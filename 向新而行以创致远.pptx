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microsoft.com/office/2007/relationships/media" Target="../media/media1.mp4"/><Relationship Id="rId4" Type="http://schemas.openxmlformats.org/officeDocument/2006/relationships/video" Target="../media/media1.mp4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microsoft.com/office/2007/relationships/media" Target="../media/media2.mp4"/><Relationship Id="rId4" Type="http://schemas.openxmlformats.org/officeDocument/2006/relationships/video" Target="../media/media2.mp4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microsoft.com/office/2007/relationships/media" Target="../media/media3.mp4"/><Relationship Id="rId4" Type="http://schemas.openxmlformats.org/officeDocument/2006/relationships/video" Target="../media/media3.mp4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microsoft.com/office/2007/relationships/media" Target="../media/media4.mp4"/><Relationship Id="rId4" Type="http://schemas.openxmlformats.org/officeDocument/2006/relationships/video" Target="../media/media4.mp4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microsoft.com/office/2007/relationships/media" Target="../media/media5.mp4"/><Relationship Id="rId4" Type="http://schemas.openxmlformats.org/officeDocument/2006/relationships/video" Target="../media/media5.mp4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microsoft.com/office/2007/relationships/media" Target="../media/media6.mp4"/><Relationship Id="rId4" Type="http://schemas.openxmlformats.org/officeDocument/2006/relationships/video" Target="../media/media6.mp4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microsoft.com/office/2007/relationships/media" Target="../media/media7.mp4"/><Relationship Id="rId4" Type="http://schemas.openxmlformats.org/officeDocument/2006/relationships/video" Target="../media/media7.mp4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microsoft.com/office/2007/relationships/media" Target="../media/media8.mp4"/><Relationship Id="rId4" Type="http://schemas.openxmlformats.org/officeDocument/2006/relationships/video" Target="../media/media8.mp4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microsoft.com/office/2007/relationships/media" Target="../media/media9.mp4"/><Relationship Id="rId4" Type="http://schemas.openxmlformats.org/officeDocument/2006/relationships/video" Target="../media/media9.mp4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microsoft.com/office/2007/relationships/media" Target="../media/media10.mp4"/><Relationship Id="rId4" Type="http://schemas.openxmlformats.org/officeDocument/2006/relationships/video" Target="../media/media10.mp4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slide1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slide2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slide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slide4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slide5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slide6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slide7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slide8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slide9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slide10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