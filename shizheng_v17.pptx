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446968bfb87540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47da2deaf7123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a0f5d52da9ff6a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9dbdf1c79ce8a1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203794237770f5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fe2232e98e34d7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c957b73b3b589c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05663ea326f9d6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be186c5f21a4ed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225e94f9a82151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