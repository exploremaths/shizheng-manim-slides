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6b7d4c86c8bab82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c378a99a5b8a9e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b5c1f0b5215234f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2a5cfe8ed00dba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231b4d961c14478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917da276921343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1f74622e61b78be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518b5e12b584d9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9561e85ef5b701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