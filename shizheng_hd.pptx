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908abc5c81d762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8a57ecbce35723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ac85727606ca4f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f189e28cebdcdb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cb00ebedd21052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6e9ca2f6746088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dedc0b437c91c8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4460ca956c6fe7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94405fcde3d992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