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cf6208965704fc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4202babab8acae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44308d2b035beb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f3d8ac0823315c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48450a8c02c384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c16987090cba37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b12a68a45811f8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132ee765066305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9df21829d5cd86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