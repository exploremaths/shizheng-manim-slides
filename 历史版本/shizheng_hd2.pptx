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0f793ddf740aa9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dea365977dded7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1f1c993f922de9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8ec59211841ebf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b5186efd8a47a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55d827b9972bfb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ee3f33f55f99be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81474427f79d4f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9c0c0d16cba5b0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