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29fa715883473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a0cc6d8c49eb42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c33cb8e0c29cf3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297da46e1ac2f1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d20a7be493c73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dac9025f468ea5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69504c71b44643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ac5a720642f50e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