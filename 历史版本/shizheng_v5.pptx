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229fa715883473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4c7eae88382005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5f4252f7ae8bc3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3621fdbc122b67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a02965983df772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4424759950c3f1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1255488648f7b9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f7175302a3a831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