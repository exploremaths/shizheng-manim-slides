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89645efd75c568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a7e548f2d00363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7b9aa03fceb0fb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9d5fbd75bfbcf6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0c2c843bd36692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43e23a918b30cd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149bd8c6f333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355ff17bdfe564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769ff24139d836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