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a9ab4bb6ff34ed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e1fb65e51d03e9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b4cb18d5bcaf5d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989356350e6f42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919db016576188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3db3384f38f712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d8da7239e65fb1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7c9dc2a2d7512b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7313e930d248b0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8cfa31cf69d248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