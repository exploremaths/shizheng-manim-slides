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01a3dd4d446536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051cebbdd8723e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b4cb18d5bcaf5d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989356350e6f42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919db016576188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3db3384f38f712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d8da7239e65fb1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7c9dc2a2d7512b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7313e930d248b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8cfa31cf69d248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