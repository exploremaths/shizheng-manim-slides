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178d5938fd8d43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ea1030194f466d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8f1f0846a7bd96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1ab7e84ac0eec3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81852901d9e392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3d2dda149d97ff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5f211d829f0428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3ff0834e4ed0bd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b305d729cb2650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