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a8636408e47577c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ee1fb65e51d03e9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cfd555178e673ef3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731c6ebf475b948b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e992a820bbb0496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63936af25e0b0b8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8e9f3b394150894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39bb7bbd21ec5632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90f80a7d3c61fba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d27249c2860c534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