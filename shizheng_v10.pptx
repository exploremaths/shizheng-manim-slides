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cf6208965704fc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4202babab8acae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2a78dd4afd468b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a9cfbb31068793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3c905987f2aa2e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2699658d7fc202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0964ab19101d09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91bfb0a348ea5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683970cb9897c3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