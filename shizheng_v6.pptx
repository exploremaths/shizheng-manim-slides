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990d23f69b327e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48d911bf0ae24a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e0b74e1896a30b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5fa08ae027a2cb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07d14ae5844c58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d714b55670915a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7a2a2431d2ec94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339122ba286a53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63eb048be716fa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