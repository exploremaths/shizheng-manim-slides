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229fa715883473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b898bb7c69749b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1ea7e82af4b762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1db1fe406392a1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d20a7be493c73e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dac9025f468ea5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d0868c2c429454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c98a7c1b156d61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