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8f2a6c591e281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2c68e4103dce02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595e65b676b7b9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d95a80b4792f7e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bf209c61c38e5b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42a227f97893b8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6172706ea941d1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26c8dee5eb714e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7a6f0c5374e537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