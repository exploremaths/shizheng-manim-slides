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229fa715883473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de4a3b66bf9416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752354d99aa575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43bf21088bf031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b9da083184a3d4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358cff74fc6593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077de7c87b2740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ef54f6dab229e9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