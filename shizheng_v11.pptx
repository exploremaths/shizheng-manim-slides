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cf6208965704fc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1ac20ff0738f77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ccc61ed820439b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64fabc12006d9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81571653bfa88f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8e97eff946353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ae57d0f31a662f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175bd4bfd51f6f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f136cdde1176fe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