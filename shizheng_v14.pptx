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d7ac135d83b11d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e1fb65e51d03e9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fd555178e673ef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31c6ebf475b948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e992a820bbb049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63936af25e0b0b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e9f3b394150894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9bb7bbd21ec563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90f80a7d3c61fb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2fa7e86055a20c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