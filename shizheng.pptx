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cbbe7180c69c08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8d32ba86ef49bd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617b4504b9f077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4af87b973668a2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44fcb8aefeb506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d3335087c98fdc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03a978c88f92e4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5e7dda67f93a9f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