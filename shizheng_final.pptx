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d161a835f3c0cb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7b1f0920f38bac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f55477cea1bad7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c73d8fc8f4ba58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5a6914e538501b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a77aeb73283b6e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ed4cc7312fb7d3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577539d9d5a22c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eb46f388a6b3a8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